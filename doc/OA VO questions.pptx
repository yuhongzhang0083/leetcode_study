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88FC-94B1-2856-639E-381E005F6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0328A-EEDA-E71C-0664-6C517DA6B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C2CE5-A951-1A31-F4F7-E6B57223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F30C-F380-EBD2-3BB3-6871CACB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AE408-E589-2320-C860-5053E74D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9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3E66-AD51-89BA-FF54-A6E8B00E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027F1-4CED-2D90-2085-C80D4955A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B9369-F64E-8BB0-BDCC-4EBF3B4D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DF712-1178-1166-535C-A35508EE0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F9EC-0E7B-7297-4F96-F0D3100C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1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7196-8E40-FE1A-3DB0-8CD760E36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F0B19-4BAE-2C44-22C4-083101F59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14F0A-1BFB-5ABA-AC2B-F89BC91B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02D1C-15DC-87C2-8219-D377ACCA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B3B98-333A-5544-E58D-811EE1CB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3A21-DA83-E052-4D14-C90D69BE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3815D-9FBD-2B73-3002-9B7400E26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EB366-F4DB-B17B-9FA5-E5A5A6050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A4EBF-E48A-1501-30D4-319E1D3F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2A223-4460-6311-6E5E-E4FB455CA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CD610-C422-756A-B245-BC36A6C9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5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82C8-AD16-0E28-A1E0-925BE15F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EBD97-34A4-8800-B26D-1F70B9A61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AA994-1368-E93E-8AA7-0EE9754E2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95F3C0-6BE6-366D-BF4A-537164669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06F3B-6666-00D3-3EEE-DC96920D8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766BF8-9AEC-8CAB-A0A1-DE0DE4F0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9AEE2-BDE5-19A5-774F-8E3E3F83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BF5FC-4A4C-5343-DEB5-C624370E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0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A6296-6A43-03A9-6C62-0D8038D7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5005A-D0CB-87DE-94AD-AD37228A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6E795-90C3-6992-235E-9CA889741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8CC85-0F07-9228-75FF-0A63EAD6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490D0-43E6-CCDA-C716-2312B290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D14C7-C309-2A10-AD5F-D358CB06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439BB-7849-8C11-07D6-EAF4A310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5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3856-D234-C0B8-448E-185CF891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8E595-ACEC-01BC-0D58-FA00F731A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C4699-E1A2-DC20-9561-9CA9C4DF4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23576-7E86-F213-009E-8E13B5E4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B514-C28D-07F2-E183-4BB138AB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0DF1E-76FE-5FDD-3642-FE56272C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3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45D4-1F66-66C2-4CDB-6BDFECF65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786E4-14D1-94D0-A88F-F74A87288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5B0E1-D29D-9E7B-D297-CC9227691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B27E9-A1FD-B37D-073A-A7E19CD5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A3933-A6DE-1B8F-7571-DE4B956C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456FD-908A-1436-C2B6-E8F2CA48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6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FD09-A852-C8A6-B877-535233D4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99FE2-F97E-0422-9D6C-B122819B5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E9DD3-9A36-4A0E-1A31-29D89F60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5E424-80FD-F023-B7C1-AA73AB8E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314BC-7419-A8E5-777F-BBAAE4BD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3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107C1-5725-5C2C-3BA2-B5F362FA7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5CF6D-5372-D85E-27E0-F43705B90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EC682-1391-3691-6C02-7F606E87B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40598-2A90-86B2-1AE3-86805EA6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EB314-9719-A165-DA05-B6F8C8CD6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7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5BEF5-AA1F-2200-F090-4F5C3D30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DC3EF-EE3A-744E-3EAB-91C2D601E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6080-E8EF-D665-EDFA-D538418F4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18B16-9686-7643-9D57-E54DF219C89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2D32C-0B6D-1F43-B0AD-2616247023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A253C-8EA9-D1B3-7FE0-A40AEA5B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14709-5CEE-FE4F-A4F8-437C9F866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9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66A1-CDC7-E0A9-70F8-E877FF3A0F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9A0CA-A597-D4B1-25D4-F821273CC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7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C723E-4E06-DBF4-DCFF-C04158F41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4B9A-7057-5505-DE7E-A06680B7D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1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2373-A6D4-9DEE-0E83-199EDFD7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3949D-69DB-1D5E-2F30-F2C29E599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2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91BB-386E-11FF-7737-4D4DA1D9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B4148-0546-18B8-B18B-286F3D513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9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1220-834F-51CB-1EE5-C96F8AAA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4B19C-7C1A-549E-1F5D-ABBBE434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7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Zhang, Yuhong</dc:creator>
  <cp:lastModifiedBy>Zhang, Yuhong</cp:lastModifiedBy>
  <cp:revision>2</cp:revision>
  <dcterms:created xsi:type="dcterms:W3CDTF">2025-10-14T01:58:46Z</dcterms:created>
  <dcterms:modified xsi:type="dcterms:W3CDTF">2025-10-14T02:03:51Z</dcterms:modified>
</cp:coreProperties>
</file>